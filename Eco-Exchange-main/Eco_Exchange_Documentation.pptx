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Eco-Exchange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Modern AI-Powered Buy/Sell Marketplace</a:t>
            </a:r>
          </a:p>
          <a:p>
            <a:r>
              <a:t>Project Development &amp;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Eco-Exchange (formerly Exo Exchange) is a comprehensive C2C platform.</a:t>
            </a:r>
          </a:p>
          <a:p>
            <a:r>
              <a:t>- Similar to OLX or Facebook Marketplace.</a:t>
            </a:r>
          </a:p>
          <a:p>
            <a:r>
              <a:t>- Enables users to browse, search, and post product listings.</a:t>
            </a:r>
          </a:p>
          <a:p>
            <a:r>
              <a:t>- Features AI-driven image analysis and semantic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(Python) Framework</a:t>
            </a:r>
          </a:p>
          <a:p>
            <a:r>
              <a:t>- SQLAlchemy ORM with SQLite</a:t>
            </a:r>
          </a:p>
          <a:p>
            <a:r>
              <a:t>- JWT-based Authentication</a:t>
            </a:r>
          </a:p>
          <a:p>
            <a:r>
              <a:t>- Pydantic for data validation</a:t>
            </a:r>
          </a:p>
          <a:p>
            <a:r>
              <a:t>- Cloudinary for Image Storage</a:t>
            </a:r>
          </a:p>
          <a:p>
            <a:r>
              <a:t>- Semantic Search Engine (sentence-transformers)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+ Vite (TypeScript)</a:t>
            </a:r>
          </a:p>
          <a:p>
            <a:r>
              <a:t>- Vite for high-performance builds</a:t>
            </a:r>
          </a:p>
          <a:p>
            <a:r>
              <a:t>- Modern UI with Tailwind/Custom CSS</a:t>
            </a:r>
          </a:p>
          <a:p>
            <a:r>
              <a:t>- State management with React Hooks</a:t>
            </a:r>
          </a:p>
          <a:p>
            <a:r>
              <a:t>- Lucide React icons</a:t>
            </a:r>
          </a:p>
          <a:p>
            <a:r>
              <a:t>- Axios for API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User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User Management</a:t>
            </a:r>
          </a:p>
          <a:p>
            <a:r>
              <a:t>- JWT Access &amp; Refresh Tokens</a:t>
            </a:r>
          </a:p>
          <a:p>
            <a:r>
              <a:t>- OTP Email Verification via Gmail</a:t>
            </a:r>
          </a:p>
          <a:p>
            <a:r>
              <a:t>- Password Hashing (bcrypt)</a:t>
            </a:r>
          </a:p>
          <a:p>
            <a:r>
              <a:t>- Follower/Following System</a:t>
            </a:r>
          </a:p>
          <a:p>
            <a:r>
              <a:t>- User Trust Scoring via AI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Listings &amp; Browsing</a:t>
            </a:r>
          </a:p>
          <a:p>
            <a:r>
              <a:t>- Smart Category Filtering</a:t>
            </a:r>
          </a:p>
          <a:p>
            <a:r>
              <a:t>- Dynamic Search Bar</a:t>
            </a:r>
          </a:p>
          <a:p>
            <a:r>
              <a:t>- Price Estimation Intelligence</a:t>
            </a:r>
          </a:p>
          <a:p>
            <a:r>
              <a:t>- Bulk Image Uploads (Cloudinary)</a:t>
            </a:r>
          </a:p>
          <a:p>
            <a:r>
              <a:t>- Real-time Product Search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User Experience</a:t>
            </a:r>
          </a:p>
          <a:p>
            <a:r>
              <a:t>- Kimi-K2.5 AI Image Inspector</a:t>
            </a:r>
          </a:p>
          <a:p>
            <a:r>
              <a:t>- Semantic Search (Context-aware results)</a:t>
            </a:r>
          </a:p>
          <a:p>
            <a:r>
              <a:t>- Bayesian Trust Score calculation (Time Decay)</a:t>
            </a:r>
          </a:p>
          <a:p>
            <a:r>
              <a:t>- Automatic Product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Buyer-Seller Engagement</a:t>
            </a:r>
          </a:p>
          <a:p>
            <a:r>
              <a:t>- Real-time Chat with attachments</a:t>
            </a:r>
          </a:p>
          <a:p>
            <a:r>
              <a:t>- Message Read/Unread statuses</a:t>
            </a:r>
          </a:p>
          <a:p>
            <a:r>
              <a:t>- Image &amp; File sharing in conversations</a:t>
            </a:r>
          </a:p>
          <a:p>
            <a:r>
              <a:t>- Community Reviews &amp; Vouches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Endpoints Hub</a:t>
            </a:r>
          </a:p>
          <a:p>
            <a:r>
              <a:t>- /auth - User registration, login, and verification</a:t>
            </a:r>
          </a:p>
          <a:p>
            <a:r>
              <a:t>- /listings - Product CRUD and smart search</a:t>
            </a:r>
          </a:p>
          <a:p>
            <a:r>
              <a:t>- /messages - Chat and conversation endpoints</a:t>
            </a:r>
          </a:p>
          <a:p>
            <a:r>
              <a:t>- /health - API status and connectivity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Enhancements</a:t>
            </a:r>
          </a:p>
          <a:p>
            <a:r>
              <a:t>- Mobile Application Development</a:t>
            </a:r>
          </a:p>
          <a:p>
            <a:r>
              <a:t>- Payment Gateway Integration (Stripe/Razorpay)</a:t>
            </a:r>
          </a:p>
          <a:p>
            <a:r>
              <a:t>- Geolocation-based search filtering</a:t>
            </a:r>
          </a:p>
          <a:p>
            <a:r>
              <a:t>- Push Notification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